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clarifying this was a controlled, isolated lab exercise, not a real breach — but built to behave exactly like one so the forensic and response findings transfer directly to production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funnel: 1 victim, clicked in under a minute, submitted credentials just over two minutes later — 100% conversion once clicked. Then flag the two technical red flags: plain HTTP, and the fact the attacker infrastructure is now confirmed dead.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email-to-credential chain happened in three minutes. Containment was structural, by lab design. Eradication was verified with an independent tool (MXToolbox), not just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 in order. Land hard on step 6: this is the structural gap, not a misconfiguration. SPF/DKIM did their job correctly for gmail.com; they were never designed to validate a display name against a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Two-sided framing: what we proved in the safe lab environment versus what the same chain would mean against real NBE customers. This is the bridge from 'interesting exercise' to 'business risk.'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columns map to the Contain / Eradicate / Recover phases of the IR Playbook Template, applied here to a lab exercise instead of a live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findings in order of importance: the technical blind spot, the human-factors success rate, the compounding transport-layer risk, and the good news — verification tooling worked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action items. The first two are the highest priority since they directly close the gap this exercise exposed.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crediting the Week 2 forensic work and inviting questions; hand the room the full written report for detail beyond this briefing.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INCIDENT BRIEFING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Spear-Phishing Attack Impersonating the National Bank of Egypt (NBE)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2743200"/>
            <a:ext cx="274320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ID: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LAB-PHI-2026-0429  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Lab Exercise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Collection: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Menna Said Ahmed Sabek (Week 2)  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 &amp; Program Stakeholders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Post-Incident Activities  |  SANS Incident Handling Model  |  NIST SP 800-61r3 (CSF 2.0)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Gophish campaign impersonating NBE's online banking login was delivered to a lab victim. The victim clicked, submitted credentials in cleartext, and was silently redirected — the full chain completed in under 3 minutes.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963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" y="3108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Targeted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1874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34840" y="24963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sec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4434840" y="3108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Click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863840" y="1874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1031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92440" y="24963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13s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8092440" y="3108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Credential Submission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703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319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43251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9" name="Text 13"/>
          <p:cNvSpPr/>
          <p:nvPr/>
        </p:nvSpPr>
        <p:spPr>
          <a:xfrm>
            <a:off x="777240" y="4937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Click-to-Submit Conversion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206240" y="3703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9319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34840" y="43251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3000" dirty="0"/>
          </a:p>
        </p:txBody>
      </p:sp>
      <p:sp>
        <p:nvSpPr>
          <p:cNvPr id="23" name="Text 16"/>
          <p:cNvSpPr/>
          <p:nvPr/>
        </p:nvSpPr>
        <p:spPr>
          <a:xfrm>
            <a:off x="4434840" y="4937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on Landing Page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863840" y="3703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393192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92440" y="432511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Decommissioned</a:t>
            </a:r>
            <a:endParaRPr lang="en-US" sz="2000" dirty="0"/>
          </a:p>
        </p:txBody>
      </p:sp>
      <p:sp>
        <p:nvSpPr>
          <p:cNvPr id="27" name="Text 19"/>
          <p:cNvSpPr/>
          <p:nvPr/>
        </p:nvSpPr>
        <p:spPr>
          <a:xfrm>
            <a:off x="8092440" y="4937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Infra (Post-Exercise)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phases, 29 April – 1 May 2026 (lab time)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09928" y="2834640"/>
            <a:ext cx="8650224" cy="0"/>
          </a:xfrm>
          <a:prstGeom prst="line">
            <a:avLst/>
          </a:prstGeom>
          <a:noFill/>
          <a:ln w="38100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5608" y="251460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6609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9184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61188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23:40–23:43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3913632"/>
            <a:ext cx="20482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sent, clicked, and credentials submitted — captured live via Wireshark &amp; Sysmon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75304" y="251460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26609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71216" y="329184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71216" y="361188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871216" y="3913632"/>
            <a:ext cx="20482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fully confined to the isolated 192.168.56.0/24 lab segment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6609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10912" y="329184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10912" y="361188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May, 02:37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10912" y="3913632"/>
            <a:ext cx="20482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MXToolbox scan confirms attacker server unreachable / decommissioned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854696" y="251460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6609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0608" y="329184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50608" y="361188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May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150608" y="3913632"/>
            <a:ext cx="20482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VM and network confirmed restored; forensic artifacts preserved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994392" y="251460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0696" y="266090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90304" y="3291840"/>
            <a:ext cx="2048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290304" y="361188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Post-exercise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9290304" y="3913632"/>
            <a:ext cx="20482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consolidated; playbook and email-control gaps identified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Attack Worked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SPF/DKIM validated the sending domain (gmail.com), not the impersonated brand (NBE)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837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1907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Spoofed Sender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240280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C7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“Bank” sent from a real Gmail account, not NBE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4151376" y="155448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10" name="Shape 7"/>
          <p:cNvSpPr/>
          <p:nvPr/>
        </p:nvSpPr>
        <p:spPr>
          <a:xfrm>
            <a:off x="4334256" y="173736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379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28616" y="171907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Urgent Lure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352544" y="2240280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C7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“Urgent Security Alert” email pressures immediate action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7754112" y="155448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15" name="Shape 11"/>
          <p:cNvSpPr/>
          <p:nvPr/>
        </p:nvSpPr>
        <p:spPr>
          <a:xfrm>
            <a:off x="7936992" y="173736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18379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31352" y="171907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Brand Clone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955280" y="2240280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C7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exactly clones the NBE online banking login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548640" y="32004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20" name="Shape 15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4838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36499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Cleartext Capture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" y="3886200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C7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submitted over plain HTTP on port 8080, no TLS</a:t>
            </a:r>
            <a:endParaRPr lang="en-US" sz="1020" dirty="0"/>
          </a:p>
        </p:txBody>
      </p:sp>
      <p:sp>
        <p:nvSpPr>
          <p:cNvPr id="24" name="Shape 18"/>
          <p:cNvSpPr/>
          <p:nvPr/>
        </p:nvSpPr>
        <p:spPr>
          <a:xfrm>
            <a:off x="4151376" y="32004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25" name="Shape 19"/>
          <p:cNvSpPr/>
          <p:nvPr/>
        </p:nvSpPr>
        <p:spPr>
          <a:xfrm>
            <a:off x="4334256" y="338328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48386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28616" y="336499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Silent Redirect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352544" y="3886200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C7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redirected to google.com to avoid raising suspicion</a:t>
            </a:r>
            <a:endParaRPr lang="en-US" sz="1020" dirty="0"/>
          </a:p>
        </p:txBody>
      </p:sp>
      <p:sp>
        <p:nvSpPr>
          <p:cNvPr id="29" name="Shape 22"/>
          <p:cNvSpPr/>
          <p:nvPr/>
        </p:nvSpPr>
        <p:spPr>
          <a:xfrm>
            <a:off x="7754112" y="32004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30" name="Shape 23"/>
          <p:cNvSpPr/>
          <p:nvPr/>
        </p:nvSpPr>
        <p:spPr>
          <a:xfrm>
            <a:off x="7936992" y="3383280"/>
            <a:ext cx="457200" cy="457200"/>
          </a:xfrm>
          <a:prstGeom prst="ellipse">
            <a:avLst/>
          </a:prstGeom>
          <a:solidFill>
            <a:srgbClr val="B3312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576" y="348386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31352" y="336499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Auth Blind Spot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955280" y="3886200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C7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SPF/DKIM passed for gmail.com — brand spoof went undetected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Assessment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Exercise Proved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convincing brand clone + urgency lure achieves 100% conversion once clicked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+ Sysmon (Event ID 1 &amp; 3) fully reconstruct the attack chain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MXToolbox independently verifies both the spoof and the infrastructure takedown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Confined entirely to the isolated 192.168.56.0/24 lab segment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114300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BF1F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6364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Happen in Production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263640" y="18288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SPF/DKIM alone would not have blocked this message from reaching real inboxes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customer submitting real banking credentials would risk account takeover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Cleartext HTTP capture would expose credentials to any network observer, not just the attacker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Reused/weak passwords (as captured here) would compound impact across other accounts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Post-Exercise Response Actions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173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scoped to isolated 192.168.56.0/24 segment from the start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 to production networks at any point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traffic capture via Wireshark for the entire duration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51960" y="11430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80560" y="1371600"/>
            <a:ext cx="548640" cy="548640"/>
          </a:xfrm>
          <a:prstGeom prst="ellipse">
            <a:avLst/>
          </a:prstGeom>
          <a:solidFill>
            <a:srgbClr val="4450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4173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26280" y="210312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Gophish server and landing page decommissioned after data collection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MXToolbox re-scan independently confirms server unreachable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credentials retained only for training/reporting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55280" y="11430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183880" y="1371600"/>
            <a:ext cx="548640" cy="548640"/>
          </a:xfrm>
          <a:prstGeom prst="ellipse">
            <a:avLst/>
          </a:prstGeom>
          <a:solidFill>
            <a:srgbClr val="2E6B4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08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69680" y="14173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229600" y="210312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VM confirmed restored to lab baseline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and Wireshark artifacts archived for this report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handed to IRT for lessons-learned and remediation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4950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2588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Display-name spoofing bypasses SPF/DKIM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98424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checks passed because they validate the gmail.com sending domain, not the “Bank” display name.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89320" y="11430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64" y="14950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32588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cloning was highly convincing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263640" y="198424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NBE-branded login page drove a 100% credential-submission rate once clicked.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336956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20040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Cleartext HTTP compounds the risk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2960" y="385876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were exposed in transit, not just at the destination server.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989320" y="30175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364" y="336956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320040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infrastructure verification works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63640" y="385876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MXToolbox DNS/MX comparison and reachability checks cleanly confirmed both the spoof and the teardown.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129387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1430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DMARC enforcement plus brand/display-name anomaly detection at the gateway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933956"/>
            <a:ext cx="246888" cy="246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7830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IR Playbook's Identification checklist to compare display name vs. sending domain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2574036"/>
            <a:ext cx="246888" cy="2468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4231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HTTPS-only policies and flag plain-HTTP login pages automatically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3214116"/>
            <a:ext cx="246888" cy="2468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3063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targeted awareness training using this exact simulation as a case study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854196"/>
            <a:ext cx="246888" cy="2468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25880" y="3703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password policy that rejects weak, easily guessed passwords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4494276"/>
            <a:ext cx="246888" cy="2468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325880" y="4343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the MXToolbox verification/takedown steps into the standard containment runbook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82296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48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Closed — Findings Actioned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available in Final Incident Report LAB-PHI-2026-0429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|  Incident Response Team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Incident Briefing — LAB-PHI-2026-0429</dc:title>
  <dc:subject>PptxGenJS Presentation</dc:subject>
  <dc:creator>Incident Response Team</dc:creator>
  <cp:lastModifiedBy>Incident Response Team</cp:lastModifiedBy>
  <cp:revision>1</cp:revision>
  <dcterms:created xsi:type="dcterms:W3CDTF">2026-07-07T09:55:08Z</dcterms:created>
  <dcterms:modified xsi:type="dcterms:W3CDTF">2026-07-07T09:55:08Z</dcterms:modified>
</cp:coreProperties>
</file>